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048BF9-A839-D930-1742-D361697587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79CE8F-798C-7A9B-AE63-C4E6C256EA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D1F0CF-0350-C76C-4C2D-228EC3942D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1A67FD-5D40-92AA-9A09-EAE4497775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EA3F07-017A-0EDE-51A7-26FDA67179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F5DB10-1308-FAB3-74C8-7A396BBDA1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F56443-DDAE-1974-00B7-BC72505484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E7DD0-0E45-0E6E-362C-2AADC0B4D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0E93B9-8EED-EA78-D38C-96640268F9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91464-ED33-D352-2F80-29861980C9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05805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78180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573108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611592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53207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5083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51038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17194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019896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51333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32126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30401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30661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879775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48859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9137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612970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87508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11266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264475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85643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3738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53801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785078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264099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42464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8729098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0525516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90157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1309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963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3353640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50364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9441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7060420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996662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32224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985553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00991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17594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716615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95866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1410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015637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544261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42433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034490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74535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6538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48554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26041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509780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18497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8791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943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6028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408874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13251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27658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75252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29291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653148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16419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30004" name="TextBox 1"/>
          <p:cNvSpPr txBox="1"/>
          <p:nvPr/>
        </p:nvSpPr>
        <p:spPr bwMode="auto"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/>
              <a:t>🎬 Video Streaming Server</a:t>
            </a:r>
            <a:endParaRPr/>
          </a:p>
        </p:txBody>
      </p:sp>
      <p:sp>
        <p:nvSpPr>
          <p:cNvPr id="1105682870" name="TextBox 2"/>
          <p:cNvSpPr txBox="1"/>
          <p:nvPr/>
        </p:nvSpPr>
        <p:spPr bwMode="auto"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 algn="ctr">
              <a:defRPr sz="2400">
                <a:solidFill>
                  <a:srgbClr val="EF4444"/>
                </a:solidFill>
              </a:defRPr>
            </a:pPr>
            <a:r>
              <a:rPr/>
              <a:t>RTSP/RTP Protocol &amp; YouTube-Style Web Interface</a:t>
            </a:r>
            <a:endParaRPr/>
          </a:p>
        </p:txBody>
      </p:sp>
      <p:sp>
        <p:nvSpPr>
          <p:cNvPr id="1689993069" name="TextBox 3"/>
          <p:cNvSpPr txBox="1"/>
          <p:nvPr/>
        </p:nvSpPr>
        <p:spPr bwMode="auto">
          <a:xfrm flipH="0" flipV="0">
            <a:off x="914400" y="4571999"/>
            <a:ext cx="666062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rPr/>
              <a:t>Md.Safiullah Forajy(2102051)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563764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📋 Project Overview</a:t>
            </a:r>
            <a:endParaRPr/>
          </a:p>
        </p:txBody>
      </p:sp>
      <p:sp>
        <p:nvSpPr>
          <p:cNvPr id="1890583818" name="TextBox 2"/>
          <p:cNvSpPr txBox="1"/>
          <p:nvPr/>
        </p:nvSpPr>
        <p:spPr bwMode="auto"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/>
              <a:t>• Comprehensive video streaming solution</a:t>
            </a:r>
            <a:endParaRPr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/>
              <a:t>• Dual interface: Web-based + RTSP/RTP protocol</a:t>
            </a:r>
            <a:endParaRPr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/>
              <a:t>• YouTube-inspired modern UI with dark theme</a:t>
            </a:r>
            <a:endParaRPr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/>
              <a:t>• Custom video player with advanced controls</a:t>
            </a:r>
            <a:endParaRPr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/>
              <a:t>• Network streaming across devices</a:t>
            </a:r>
            <a:endParaRPr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/>
              <a:t>• Production-ready and deployed live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696457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🌐 Web Interface Features</a:t>
            </a:r>
            <a:endParaRPr/>
          </a:p>
        </p:txBody>
      </p:sp>
      <p:sp>
        <p:nvSpPr>
          <p:cNvPr id="768484162" name="TextBox 2"/>
          <p:cNvSpPr txBox="1"/>
          <p:nvPr/>
        </p:nvSpPr>
        <p:spPr bwMode="auto"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rPr/>
              <a:t>🎨 YouTube-Style UI - Modern, responsive dark theme</a:t>
            </a:r>
            <a:endParaRPr/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rPr/>
              <a:t>🎥 Custom Video Player - Professional controls</a:t>
            </a:r>
            <a:endParaRPr/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⏩ 2-Second Seek Buttons - Quick navigation</a:t>
            </a:r>
            <a:endParaRPr/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rPr/>
              <a:t>🔊 Smart Audio Handling - Auto-unmute on interaction</a:t>
            </a:r>
            <a:endParaRPr/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⌨️ Keyboard Shortcuts - Full keyboard control</a:t>
            </a:r>
            <a:endParaRPr/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rPr/>
              <a:t>📱 Responsive Design - Works on all devices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999716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🛠️ Technology Stack</a:t>
            </a:r>
            <a:endParaRPr/>
          </a:p>
        </p:txBody>
      </p:sp>
      <p:sp>
        <p:nvSpPr>
          <p:cNvPr id="992417529" name="TextBox 2"/>
          <p:cNvSpPr txBox="1"/>
          <p:nvPr/>
        </p:nvSpPr>
        <p:spPr bwMode="auto">
          <a:xfrm>
            <a:off x="731520" y="16459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defRPr sz="2800" b="1">
                <a:solidFill>
                  <a:srgbClr val="EF4444"/>
                </a:solidFill>
              </a:defRPr>
            </a:pPr>
            <a:r>
              <a:rPr/>
              <a:t>Backend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Python 3.8+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Flask 3.1.2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OpenCV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Gunicorn</a:t>
            </a:r>
            <a:endParaRPr/>
          </a:p>
        </p:txBody>
      </p:sp>
      <p:sp>
        <p:nvSpPr>
          <p:cNvPr id="1419008572" name="TextBox 3"/>
          <p:cNvSpPr txBox="1"/>
          <p:nvPr/>
        </p:nvSpPr>
        <p:spPr bwMode="auto">
          <a:xfrm>
            <a:off x="4754880" y="16459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defRPr sz="2800" b="1">
                <a:solidFill>
                  <a:srgbClr val="EF4444"/>
                </a:solidFill>
              </a:defRPr>
            </a:pPr>
            <a:r>
              <a:rPr/>
              <a:t>Frontend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HTML5 Video API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CSS3 Dark Theme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Vanilla JavaScript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Font Awesome Icons</a:t>
            </a:r>
            <a:endParaRPr/>
          </a:p>
        </p:txBody>
      </p:sp>
      <p:sp>
        <p:nvSpPr>
          <p:cNvPr id="1677109077" name="TextBox 4"/>
          <p:cNvSpPr txBox="1"/>
          <p:nvPr/>
        </p:nvSpPr>
        <p:spPr bwMode="auto">
          <a:xfrm>
            <a:off x="731520" y="41148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defRPr sz="2800" b="1">
                <a:solidFill>
                  <a:srgbClr val="EF4444"/>
                </a:solidFill>
              </a:defRPr>
            </a:pPr>
            <a:r>
              <a:rPr/>
              <a:t>Protocols &amp; Streaming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RTSP (Real-Time Streaming Protocol)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RTP (Real-Time Transport)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HTTP Range Requests</a:t>
            </a:r>
            <a:endParaRPr/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• 1MB Chunk Streaming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31876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🎮 Custom Video Player Controls</a:t>
            </a:r>
            <a:endParaRPr/>
          </a:p>
        </p:txBody>
      </p:sp>
      <p:sp>
        <p:nvSpPr>
          <p:cNvPr id="1172878686" name="TextBox 2"/>
          <p:cNvSpPr txBox="1"/>
          <p:nvPr/>
        </p:nvSpPr>
        <p:spPr bwMode="auto"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▶️ Play/Pause - Click or Space/K keys</a:t>
            </a: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⏪ Backward 2 sec - Button or ← key</a:t>
            </a: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⏩ Forward 2 sec - Button or → key</a:t>
            </a: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⏮️ Skip 10 sec - Shift + arrows or J/L keys</a:t>
            </a: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🔊 Volume Control - Slider or ↑/↓ keys</a:t>
            </a: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🔇 Mute Toggle - Button or M key</a:t>
            </a: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⛶ Fullscreen - Button or F key</a:t>
            </a: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📊 Progress Bar - Clickable seeking</a:t>
            </a:r>
            <a:endParaRPr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/>
              <a:t>⏱️ Time Display - Current / Total duration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234840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📁 Project Structure</a:t>
            </a:r>
            <a:endParaRPr/>
          </a:p>
        </p:txBody>
      </p:sp>
      <p:sp>
        <p:nvSpPr>
          <p:cNvPr id="536776859" name="TextBox 2"/>
          <p:cNvSpPr txBox="1"/>
          <p:nvPr/>
        </p:nvSpPr>
        <p:spPr bwMode="auto"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rPr/>
              <a:t>web_server.py - Flask web application</a:t>
            </a:r>
            <a:endParaRPr/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rPr/>
              <a:t>Server.py / Client.py - RTSP server and client</a:t>
            </a:r>
            <a:endParaRPr/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rPr/>
              <a:t>RtpPacket.py - RTP packet handling</a:t>
            </a:r>
            <a:endParaRPr/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rPr/>
              <a:t>assets/videos/ - Video storage (10+ videos)</a:t>
            </a:r>
            <a:endParaRPr/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rPr/>
              <a:t>static/ - CSS, JavaScript files</a:t>
            </a:r>
            <a:endParaRPr/>
          </a:p>
          <a:p>
            <a:pPr lvl="1">
              <a:spcBef>
                <a:spcPts val="600"/>
              </a:spcBef>
              <a:defRPr sz="1800">
                <a:solidFill>
                  <a:srgbClr val="C8C8C8"/>
                </a:solidFill>
              </a:defRPr>
            </a:pPr>
            <a:r>
              <a:rPr/>
              <a:t>  ├── css/style.css - YouTube-style theme</a:t>
            </a:r>
            <a:endParaRPr/>
          </a:p>
          <a:p>
            <a:pPr lvl="1">
              <a:spcBef>
                <a:spcPts val="600"/>
              </a:spcBef>
              <a:defRPr sz="1800">
                <a:solidFill>
                  <a:srgbClr val="C8C8C8"/>
                </a:solidFill>
              </a:defRPr>
            </a:pPr>
            <a:r>
              <a:rPr/>
              <a:t>  └── js/player.js - Custom controls</a:t>
            </a:r>
            <a:endParaRPr/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rPr/>
              <a:t>templates/ - HTML pages (index, player)</a:t>
            </a:r>
            <a:endParaRPr/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rPr/>
              <a:t>requirements.txt - Python dependencies</a:t>
            </a:r>
            <a:endParaRPr/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rPr/>
              <a:t>Procfile - Deployment configuration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539290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🚀 Deployment Journey</a:t>
            </a:r>
            <a:endParaRPr/>
          </a:p>
        </p:txBody>
      </p:sp>
      <p:sp>
        <p:nvSpPr>
          <p:cNvPr id="1271391894" name="TextBox 2"/>
          <p:cNvSpPr txBox="1"/>
          <p:nvPr/>
        </p:nvSpPr>
        <p:spPr bwMode="auto"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1️⃣ Local Development - Built and tested locally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2️⃣ GitHub Repository - Pushed to version control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3️⃣ Video Assets - Added 10 demo videos (70MB)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4️⃣ Render.com Deployment - Connected GitHub repo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5️⃣ Auto-Build Pipeline - Automated deployment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6️⃣ Live Production - https://video-streaming-rtsp.onrender.com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7️⃣ Documentation - Comprehensive guides created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8️⃣ Live Demo Link - Added to README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660426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🌐 Live Demo &amp; Access</a:t>
            </a:r>
            <a:endParaRPr/>
          </a:p>
        </p:txBody>
      </p:sp>
      <p:sp>
        <p:nvSpPr>
          <p:cNvPr id="21696122" name="TextBox 2"/>
          <p:cNvSpPr txBox="1"/>
          <p:nvPr/>
        </p:nvSpPr>
        <p:spPr bwMode="auto"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 algn="ctr">
              <a:defRPr sz="2800" b="1">
                <a:solidFill>
                  <a:srgbClr val="EF4444"/>
                </a:solidFill>
              </a:defRPr>
            </a:pPr>
            <a:r>
              <a:rPr/>
              <a:t>https://video-streaming-rtsp.onrender.com</a:t>
            </a:r>
            <a:endParaRPr/>
          </a:p>
        </p:txBody>
      </p:sp>
      <p:sp>
        <p:nvSpPr>
          <p:cNvPr id="800300469" name="TextBox 3"/>
          <p:cNvSpPr txBox="1"/>
          <p:nvPr/>
        </p:nvSpPr>
        <p:spPr bwMode="auto">
          <a:xfrm>
            <a:off x="731520" y="29260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✅ 10 High-Quality Videos Available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✅ Full HD &amp; 4K Support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✅ Cross-Device Compatibility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✅ Network Streaming Enabled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✅ Professional UI/UX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✅ Free Tier Hosting (may take 30s to wake)</a:t>
            </a:r>
            <a:endParaRPr/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rPr/>
              <a:t>✅ GitHub Repository: safiullah-foragy/Video_Streaming_RTSP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796961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💡 Challenges &amp; Solutions</a:t>
            </a:r>
            <a:endParaRPr/>
          </a:p>
        </p:txBody>
      </p:sp>
      <p:sp>
        <p:nvSpPr>
          <p:cNvPr id="314854744" name="TextBox 2"/>
          <p:cNvSpPr txBox="1"/>
          <p:nvPr/>
        </p:nvSpPr>
        <p:spPr bwMode="auto"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spcBef>
                <a:spcPts val="800"/>
              </a:spcBef>
              <a:defRPr sz="2000" b="1">
                <a:solidFill>
                  <a:srgbClr val="EF4444"/>
                </a:solidFill>
              </a:defRPr>
            </a:pPr>
            <a:r>
              <a:rPr/>
              <a:t>🔴 Challenge: Browser autoplay restrictions</a:t>
            </a:r>
            <a:endParaRPr/>
          </a:p>
          <a:p>
            <a:pPr lvl="1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   ✅ Solution: Muted autoplay + smart unmute</a:t>
            </a:r>
            <a:endParaRPr/>
          </a:p>
          <a:p>
            <a:pPr>
              <a:spcBef>
                <a:spcPts val="800"/>
              </a:spcBef>
              <a:defRPr sz="600"/>
            </a:pPr>
            <a:endParaRPr/>
          </a:p>
          <a:p>
            <a:pPr>
              <a:spcBef>
                <a:spcPts val="800"/>
              </a:spcBef>
              <a:defRPr sz="2000" b="1">
                <a:solidFill>
                  <a:srgbClr val="EF4444"/>
                </a:solidFill>
              </a:defRPr>
            </a:pPr>
            <a:r>
              <a:rPr/>
              <a:t>🔴 Challenge: Custom video controls needed</a:t>
            </a:r>
            <a:endParaRPr/>
          </a:p>
          <a:p>
            <a:pPr lvl="1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   ✅ Solution: Built from scratch with HTML5 API</a:t>
            </a:r>
            <a:endParaRPr/>
          </a:p>
          <a:p>
            <a:pPr>
              <a:spcBef>
                <a:spcPts val="800"/>
              </a:spcBef>
              <a:defRPr sz="600"/>
            </a:pPr>
            <a:endParaRPr/>
          </a:p>
          <a:p>
            <a:pPr>
              <a:spcBef>
                <a:spcPts val="800"/>
              </a:spcBef>
              <a:defRPr sz="2000" b="1">
                <a:solidFill>
                  <a:srgbClr val="EF4444"/>
                </a:solidFill>
              </a:defRPr>
            </a:pPr>
            <a:r>
              <a:rPr/>
              <a:t>🔴 Challenge: 2-second seeking requirement</a:t>
            </a:r>
            <a:endParaRPr/>
          </a:p>
          <a:p>
            <a:pPr lvl="1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   ✅ Solution: Custom buttons + keyboard shortcuts</a:t>
            </a:r>
            <a:endParaRPr/>
          </a:p>
          <a:p>
            <a:pPr>
              <a:spcBef>
                <a:spcPts val="800"/>
              </a:spcBef>
              <a:defRPr sz="600"/>
            </a:pPr>
            <a:endParaRPr/>
          </a:p>
          <a:p>
            <a:pPr>
              <a:spcBef>
                <a:spcPts val="800"/>
              </a:spcBef>
              <a:defRPr sz="2000" b="1">
                <a:solidFill>
                  <a:srgbClr val="EF4444"/>
                </a:solidFill>
              </a:defRPr>
            </a:pPr>
            <a:r>
              <a:rPr/>
              <a:t>🔴 Challenge: Large video files for deployment</a:t>
            </a:r>
            <a:endParaRPr/>
          </a:p>
          <a:p>
            <a:pPr lvl="1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   ✅ Solution: Selective upload (under 15MB files)</a:t>
            </a:r>
            <a:endParaRPr/>
          </a:p>
          <a:p>
            <a:pPr>
              <a:spcBef>
                <a:spcPts val="800"/>
              </a:spcBef>
              <a:defRPr sz="600"/>
            </a:pPr>
            <a:endParaRPr/>
          </a:p>
          <a:p>
            <a:pPr>
              <a:spcBef>
                <a:spcPts val="800"/>
              </a:spcBef>
              <a:defRPr sz="2000" b="1">
                <a:solidFill>
                  <a:srgbClr val="EF4444"/>
                </a:solidFill>
              </a:defRPr>
            </a:pPr>
            <a:r>
              <a:rPr/>
              <a:t>🔴 Challenge: GitHub file size limits</a:t>
            </a:r>
            <a:endParaRPr/>
          </a:p>
          <a:p>
            <a:pPr lvl="1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   ✅ Solution: Force-add specific videos with git -f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2121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717756" name="TextBox 1"/>
          <p:cNvSpPr txBox="1"/>
          <p:nvPr/>
        </p:nvSpPr>
        <p:spPr bwMode="auto"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/>
          </a:p>
          <a:p>
            <a:pPr>
              <a:defRPr sz="4400" b="1">
                <a:solidFill>
                  <a:srgbClr val="EF4444"/>
                </a:solidFill>
              </a:defRPr>
            </a:pPr>
            <a:r>
              <a:rPr/>
              <a:t>🎯 Summary &amp; Future Work</a:t>
            </a:r>
            <a:endParaRPr/>
          </a:p>
        </p:txBody>
      </p:sp>
      <p:sp>
        <p:nvSpPr>
          <p:cNvPr id="1529781347" name="TextBox 2"/>
          <p:cNvSpPr txBox="1"/>
          <p:nvPr/>
        </p:nvSpPr>
        <p:spPr bwMode="auto">
          <a:xfrm>
            <a:off x="731520" y="164592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defRPr sz="2600" b="1">
                <a:solidFill>
                  <a:srgbClr val="EF4444"/>
                </a:solidFill>
              </a:defRPr>
            </a:pPr>
            <a:r>
              <a:rPr/>
              <a:t>✨ Achievements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✓ Complete video streaming solution deployed live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✓ Professional UI with custom controls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✓ Dual interface (Web + RTSP)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rPr/>
              <a:t>✓ Production-ready on Render.com</a:t>
            </a:r>
            <a:endParaRPr/>
          </a:p>
        </p:txBody>
      </p:sp>
      <p:sp>
        <p:nvSpPr>
          <p:cNvPr id="875787204" name="TextBox 3"/>
          <p:cNvSpPr txBox="1"/>
          <p:nvPr/>
        </p:nvSpPr>
        <p:spPr bwMode="auto">
          <a:xfrm>
            <a:off x="731520" y="384048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  <a:p>
            <a:pPr>
              <a:defRPr sz="2600" b="1">
                <a:solidFill>
                  <a:srgbClr val="EF4444"/>
                </a:solidFill>
              </a:defRPr>
            </a:pPr>
            <a:r>
              <a:rPr/>
              <a:t>🚀 Future Enhancements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C8C8C8"/>
                </a:solidFill>
              </a:defRPr>
            </a:pPr>
            <a:r>
              <a:rPr/>
              <a:t>→ Cloud storage integration (AWS S3, Cloudflare R2)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C8C8C8"/>
                </a:solidFill>
              </a:defRPr>
            </a:pPr>
            <a:r>
              <a:rPr/>
              <a:t>→ User authentication and playlists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C8C8C8"/>
                </a:solidFill>
              </a:defRPr>
            </a:pPr>
            <a:r>
              <a:rPr/>
              <a:t>→ Video upload functionality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C8C8C8"/>
                </a:solidFill>
              </a:defRPr>
            </a:pPr>
            <a:r>
              <a:rPr/>
              <a:t>→ Advanced analytics and viewing stats</a:t>
            </a:r>
            <a:endParaRPr/>
          </a:p>
          <a:p>
            <a:pPr>
              <a:spcBef>
                <a:spcPts val="800"/>
              </a:spcBef>
              <a:defRPr sz="1800">
                <a:solidFill>
                  <a:srgbClr val="C8C8C8"/>
                </a:solidFill>
              </a:defRPr>
            </a:pPr>
            <a:r>
              <a:rPr/>
              <a:t>→ Mobile app development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2025-11-23T18:23:10Z</dcterms:modified>
  <cp:category/>
</cp:coreProperties>
</file>