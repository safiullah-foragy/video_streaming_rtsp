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🎬 Video Streaming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400">
                <a:solidFill>
                  <a:srgbClr val="EF4444"/>
                </a:solidFill>
              </a:defRPr>
            </a:pPr>
            <a:r>
              <a:t>RTSP/RTP Protocol &amp; YouTube-Style Web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800">
                <a:solidFill>
                  <a:srgbClr val="C8C8C8"/>
                </a:solidFill>
              </a:defRPr>
            </a:pPr>
            <a:r>
              <a:t>Safiullah Foragy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📋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Comprehensive video streaming solution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Dual interface: Web-based + RTSP/RTP protocol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YouTube-inspired modern UI with dark theme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Custom video player with advanced controls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Network streaming across devices</a:t>
            </a:r>
          </a:p>
          <a:p>
            <a:pPr>
              <a:spcBef>
                <a:spcPts val="1200"/>
              </a:spcBef>
              <a:defRPr sz="2400">
                <a:solidFill>
                  <a:srgbClr val="FFFFFF"/>
                </a:solidFill>
              </a:defRPr>
            </a:pPr>
            <a:r>
              <a:t>• Production-ready and deployed live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🌐 Web Interface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2200">
                <a:solidFill>
                  <a:srgbClr val="FFFFFF"/>
                </a:solidFill>
              </a:defRPr>
            </a:pPr>
            <a:r>
              <a:t>🎨 YouTube-Style UI - Modern, responsive dark theme</a:t>
            </a:r>
          </a:p>
          <a:p>
            <a:pPr>
              <a:spcBef>
                <a:spcPts val="1400"/>
              </a:spcBef>
              <a:defRPr sz="2200">
                <a:solidFill>
                  <a:srgbClr val="FFFFFF"/>
                </a:solidFill>
              </a:defRPr>
            </a:pPr>
            <a:r>
              <a:t>🎥 Custom Video Player - Professional controls</a:t>
            </a:r>
          </a:p>
          <a:p>
            <a:pPr>
              <a:spcBef>
                <a:spcPts val="1400"/>
              </a:spcBef>
              <a:defRPr sz="2200">
                <a:solidFill>
                  <a:srgbClr val="FFFFFF"/>
                </a:solidFill>
              </a:defRPr>
            </a:pPr>
            <a:r>
              <a:t>⏩ 2-Second Seek Buttons - Quick navigation</a:t>
            </a:r>
          </a:p>
          <a:p>
            <a:pPr>
              <a:spcBef>
                <a:spcPts val="1400"/>
              </a:spcBef>
              <a:defRPr sz="2200">
                <a:solidFill>
                  <a:srgbClr val="FFFFFF"/>
                </a:solidFill>
              </a:defRPr>
            </a:pPr>
            <a:r>
              <a:t>🔊 Smart Audio Handling - Auto-unmute on interaction</a:t>
            </a:r>
          </a:p>
          <a:p>
            <a:pPr>
              <a:spcBef>
                <a:spcPts val="1400"/>
              </a:spcBef>
              <a:defRPr sz="2200">
                <a:solidFill>
                  <a:srgbClr val="FFFFFF"/>
                </a:solidFill>
              </a:defRPr>
            </a:pPr>
            <a:r>
              <a:t>⌨️ Keyboard Shortcuts - Full keyboard control</a:t>
            </a:r>
          </a:p>
          <a:p>
            <a:pPr>
              <a:spcBef>
                <a:spcPts val="1400"/>
              </a:spcBef>
              <a:defRPr sz="2200">
                <a:solidFill>
                  <a:srgbClr val="FFFFFF"/>
                </a:solidFill>
              </a:defRPr>
            </a:pPr>
            <a:r>
              <a:t>📱 Responsive Design - Works on all devices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🛠️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800" b="1">
                <a:solidFill>
                  <a:srgbClr val="EF4444"/>
                </a:solidFill>
              </a:defRPr>
            </a:pPr>
            <a:r>
              <a:t>Backend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Python 3.8+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Flask 3.1.2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OpenCV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Gunicorn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6459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800" b="1">
                <a:solidFill>
                  <a:srgbClr val="EF4444"/>
                </a:solidFill>
              </a:defRPr>
            </a:pPr>
            <a:r>
              <a:t>Frontend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HTML5 Video API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CSS3 Dark Theme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Vanilla JavaScript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Font Awesome Icons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800" b="1">
                <a:solidFill>
                  <a:srgbClr val="EF4444"/>
                </a:solidFill>
              </a:defRPr>
            </a:pPr>
            <a:r>
              <a:t>Protocols &amp; Streaming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RTSP (Real-Time Streaming Protocol)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RTP (Real-Time Transport)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HTTP Range Requests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</a:defRPr>
            </a:pPr>
            <a:r>
              <a:t>• 1MB Chunk Streaming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🎮 Custom Video Player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▶️ Play/Pause - Click or Space/K keys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⏪ Backward 2 sec - Button or ← key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⏩ Forward 2 sec - Button or → key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⏮️ Skip 10 sec - Shift + arrows or J/L keys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🔊 Volume Control - Slider or ↑/↓ keys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🔇 Mute Toggle - Button or M key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⛶ Fullscreen - Button or F key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📊 Progress Bar - Clickable seeking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⏱️ Time Display - Current / Total duration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📁 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web_server.py - Flask web application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Server.py / Client.py - RTSP server and client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RtpPacket.py - RTP packet handling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assets/videos/ - Video storage (10+ videos)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static/ - CSS, JavaScript files</a:t>
            </a:r>
          </a:p>
          <a:p>
            <a:pPr lvl="1">
              <a:spcBef>
                <a:spcPts val="600"/>
              </a:spcBef>
              <a:defRPr sz="1800">
                <a:solidFill>
                  <a:srgbClr val="C8C8C8"/>
                </a:solidFill>
              </a:defRPr>
            </a:pPr>
            <a:r>
              <a:t>  ├── css/style.css - YouTube-style theme</a:t>
            </a:r>
          </a:p>
          <a:p>
            <a:pPr lvl="1">
              <a:spcBef>
                <a:spcPts val="600"/>
              </a:spcBef>
              <a:defRPr sz="1800">
                <a:solidFill>
                  <a:srgbClr val="C8C8C8"/>
                </a:solidFill>
              </a:defRPr>
            </a:pPr>
            <a:r>
              <a:t>  └── js/player.js - Custom controls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templates/ - HTML pages (index, player)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requirements.txt - Python dependencies</a:t>
            </a:r>
          </a:p>
          <a:p>
            <a:pPr>
              <a:spcBef>
                <a:spcPts val="600"/>
              </a:spcBef>
              <a:defRPr sz="1800">
                <a:solidFill>
                  <a:srgbClr val="FFFFFF"/>
                </a:solidFill>
              </a:defRPr>
            </a:pPr>
            <a:r>
              <a:t>Procfile - Deployment configuration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🚀 Deployment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1️⃣ Local Development - Built and tested locally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2️⃣ GitHub Repository - Pushed to version control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3️⃣ Video Assets - Added 10 demo videos (70MB)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4️⃣ Render.com Deployment - Connected GitHub repo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5️⃣ Auto-Build Pipeline - Automated deployment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6️⃣ Live Production - https://video-streaming-rtsp.onrender.com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7️⃣ Documentation - Comprehensive guides created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8️⃣ Live Demo Link - Added to README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🌐 Live Demo &amp;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 b="1">
                <a:solidFill>
                  <a:srgbClr val="EF4444"/>
                </a:solidFill>
              </a:defRPr>
            </a:pPr>
            <a:r>
              <a:t>https://video-streaming-rtsp.onrender.com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10 High-Quality Videos Available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Full HD &amp; 4K Support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Cross-Device Compatibility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Network Streaming Enabled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Professional UI/UX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Free Tier Hosting (may take 30s to wake)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✅ GitHub Repository: safiullah-foragy/Video_Streaming_RTSP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💡 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2000" b="1">
                <a:solidFill>
                  <a:srgbClr val="EF4444"/>
                </a:solidFill>
              </a:defRPr>
            </a:pPr>
            <a:r>
              <a:t>🔴 Challenge: Browser autoplay restrictions</a:t>
            </a:r>
          </a:p>
          <a:p>
            <a:pPr lvl="1"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   ✅ Solution: Muted autoplay + smart unmute</a:t>
            </a:r>
          </a:p>
          <a:p>
            <a:pPr>
              <a:spcBef>
                <a:spcPts val="800"/>
              </a:spcBef>
              <a:defRPr sz="600"/>
            </a:pPr>
          </a:p>
          <a:p>
            <a:pPr>
              <a:spcBef>
                <a:spcPts val="800"/>
              </a:spcBef>
              <a:defRPr sz="2000" b="1">
                <a:solidFill>
                  <a:srgbClr val="EF4444"/>
                </a:solidFill>
              </a:defRPr>
            </a:pPr>
            <a:r>
              <a:t>🔴 Challenge: Custom video controls needed</a:t>
            </a:r>
          </a:p>
          <a:p>
            <a:pPr lvl="1"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   ✅ Solution: Built from scratch with HTML5 API</a:t>
            </a:r>
          </a:p>
          <a:p>
            <a:pPr>
              <a:spcBef>
                <a:spcPts val="800"/>
              </a:spcBef>
              <a:defRPr sz="600"/>
            </a:pPr>
          </a:p>
          <a:p>
            <a:pPr>
              <a:spcBef>
                <a:spcPts val="800"/>
              </a:spcBef>
              <a:defRPr sz="2000" b="1">
                <a:solidFill>
                  <a:srgbClr val="EF4444"/>
                </a:solidFill>
              </a:defRPr>
            </a:pPr>
            <a:r>
              <a:t>🔴 Challenge: 2-second seeking requirement</a:t>
            </a:r>
          </a:p>
          <a:p>
            <a:pPr lvl="1"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   ✅ Solution: Custom buttons + keyboard shortcuts</a:t>
            </a:r>
          </a:p>
          <a:p>
            <a:pPr>
              <a:spcBef>
                <a:spcPts val="800"/>
              </a:spcBef>
              <a:defRPr sz="600"/>
            </a:pPr>
          </a:p>
          <a:p>
            <a:pPr>
              <a:spcBef>
                <a:spcPts val="800"/>
              </a:spcBef>
              <a:defRPr sz="2000" b="1">
                <a:solidFill>
                  <a:srgbClr val="EF4444"/>
                </a:solidFill>
              </a:defRPr>
            </a:pPr>
            <a:r>
              <a:t>🔴 Challenge: Large video files for deployment</a:t>
            </a:r>
          </a:p>
          <a:p>
            <a:pPr lvl="1"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   ✅ Solution: Selective upload (under 15MB files)</a:t>
            </a:r>
          </a:p>
          <a:p>
            <a:pPr>
              <a:spcBef>
                <a:spcPts val="800"/>
              </a:spcBef>
              <a:defRPr sz="600"/>
            </a:pPr>
          </a:p>
          <a:p>
            <a:pPr>
              <a:spcBef>
                <a:spcPts val="800"/>
              </a:spcBef>
              <a:defRPr sz="2000" b="1">
                <a:solidFill>
                  <a:srgbClr val="EF4444"/>
                </a:solidFill>
              </a:defRPr>
            </a:pPr>
            <a:r>
              <a:t>🔴 Challenge: GitHub file size limits</a:t>
            </a:r>
          </a:p>
          <a:p>
            <a:pPr lvl="1"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   ✅ Solution: Force-add specific videos with git -f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4400" b="1">
                <a:solidFill>
                  <a:srgbClr val="EF4444"/>
                </a:solidFill>
              </a:defRPr>
            </a:pPr>
            <a:r>
              <a:t>🎯 Summary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600" b="1">
                <a:solidFill>
                  <a:srgbClr val="EF4444"/>
                </a:solidFill>
              </a:defRPr>
            </a:pPr>
            <a:r>
              <a:t>✨ Achievements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✓ Complete video streaming solution deployed live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✓ Professional UI with custom controls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✓ Dual interface (Web + RTSP)</a:t>
            </a:r>
          </a:p>
          <a:p>
            <a:pPr>
              <a:spcBef>
                <a:spcPts val="800"/>
              </a:spcBef>
              <a:defRPr sz="1800">
                <a:solidFill>
                  <a:srgbClr val="FFFFFF"/>
                </a:solidFill>
              </a:defRPr>
            </a:pPr>
            <a:r>
              <a:t>✓ Production-ready on Render.com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600" b="1">
                <a:solidFill>
                  <a:srgbClr val="EF4444"/>
                </a:solidFill>
              </a:defRPr>
            </a:pPr>
            <a:r>
              <a:t>🚀 Future Enhancements</a:t>
            </a:r>
          </a:p>
          <a:p>
            <a:pPr>
              <a:spcBef>
                <a:spcPts val="800"/>
              </a:spcBef>
              <a:defRPr sz="1800">
                <a:solidFill>
                  <a:srgbClr val="C8C8C8"/>
                </a:solidFill>
              </a:defRPr>
            </a:pPr>
            <a:r>
              <a:t>→ Cloud storage integration (AWS S3, Cloudflare R2)</a:t>
            </a:r>
          </a:p>
          <a:p>
            <a:pPr>
              <a:spcBef>
                <a:spcPts val="800"/>
              </a:spcBef>
              <a:defRPr sz="1800">
                <a:solidFill>
                  <a:srgbClr val="C8C8C8"/>
                </a:solidFill>
              </a:defRPr>
            </a:pPr>
            <a:r>
              <a:t>→ User authentication and playlists</a:t>
            </a:r>
          </a:p>
          <a:p>
            <a:pPr>
              <a:spcBef>
                <a:spcPts val="800"/>
              </a:spcBef>
              <a:defRPr sz="1800">
                <a:solidFill>
                  <a:srgbClr val="C8C8C8"/>
                </a:solidFill>
              </a:defRPr>
            </a:pPr>
            <a:r>
              <a:t>→ Video upload functionality</a:t>
            </a:r>
          </a:p>
          <a:p>
            <a:pPr>
              <a:spcBef>
                <a:spcPts val="800"/>
              </a:spcBef>
              <a:defRPr sz="1800">
                <a:solidFill>
                  <a:srgbClr val="C8C8C8"/>
                </a:solidFill>
              </a:defRPr>
            </a:pPr>
            <a:r>
              <a:t>→ Advanced analytics and viewing stats</a:t>
            </a:r>
          </a:p>
          <a:p>
            <a:pPr>
              <a:spcBef>
                <a:spcPts val="800"/>
              </a:spcBef>
              <a:defRPr sz="1800">
                <a:solidFill>
                  <a:srgbClr val="C8C8C8"/>
                </a:solidFill>
              </a:defRPr>
            </a:pPr>
            <a:r>
              <a:t>→ Mobile app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